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87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365760"/>
            <a:ext cx="2377440" cy="4389120"/>
          </a:xfrm>
          <a:prstGeom prst="rect">
            <a:avLst/>
          </a:prstGeom>
          <a:solidFill>
            <a:srgbClr val="252525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160" y="1234440"/>
            <a:ext cx="128016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2651760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2907792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3163824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3419856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675888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74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ПЕРМСКИЙ АВИАЦИОННЫЙ ТЕХНИКУМ им. А.Д. ШВЕЦОВА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6400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kern="0" spc="5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МДК.09.01 · ПРОЕКТИРОВАНИЕ И РАЗРАБОТКА ВЕБ-ПРИЛОЖЕНИЙ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11480" y="1143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11480" y="17373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сайта фотосалона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11480" y="24231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«CAMERAW»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11480" y="3063240"/>
            <a:ext cx="3657600" cy="0"/>
          </a:xfrm>
          <a:prstGeom prst="line">
            <a:avLst/>
          </a:prstGeom>
          <a:noFill/>
          <a:ln w="1016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291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09.02.07 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Юферев Артём Алексеевич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611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 МДК.09.0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lang="ru-RU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Черевко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Александр Сергеевич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34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Пермь,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78040" y="1170433"/>
            <a:ext cx="914400" cy="91440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1317254"/>
            <a:ext cx="640080" cy="640080"/>
          </a:xfrm>
          <a:prstGeom prst="ellipse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 ПРЕЗЕНТАЦИИ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3075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и задачи проекта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1709928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2432304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75234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Технический стек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154680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474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05840" y="3877056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419709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модули и интерфейсы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05840" y="4599432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1307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Инновационный модуль «Фотосессии»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40680" y="1709928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40680" y="20299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Моделирование (UML)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2432304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275234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40680" y="3154680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40680" y="34747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40680" y="3877056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77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 информационной системы фотосалона «Cameraw»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3749040" cy="1280160"/>
          </a:xfrm>
          <a:prstGeom prst="rect">
            <a:avLst/>
          </a:prstGeom>
          <a:solidFill>
            <a:srgbClr val="252525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управления взаимодействием с клиентами фотосалона через современное веб-приложение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5087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9472" y="1874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 и конкурентов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9472" y="2441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технического задания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9472" y="30083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архитектуры SPA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9472" y="357530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10 функциональных модулей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19472" y="41422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готового продукта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480560"/>
            <a:ext cx="83210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498848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готовая ИС — сайт фотосалона с личным кабинетом клиента и административной панелью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393192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393192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АВТОМАТИЗАЦИИ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Фотосалон «Cameraw»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бренд на рынке фотоуслуг г. Перми.
• Срочное фото на документы
• Художественная и деловая портретная съёмка
• Печать и реставрация фотографий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7764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143000"/>
            <a:ext cx="397764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КОНКУРЕНТОВ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Нет онлайн-записи и отображения слотов
• Устаревший дизайн без мобильной версии
• Нет личного кабинета клиента
• Ручное управление через WhatsApp/звонки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832104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УНИКАЛЬНОСТЬ РАЗРАБОТКИ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291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тяжёлых CRM-систем — лёгкое кастомное решение с полным модулем «Фотосессии»: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выбирает фото для ретуши прямо в личном кабинете — без сторонних сервисов и мессенджеров.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0690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431596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Физические лица 18–55 лет · Администратор фотосалона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Выбор технологий обоснован сравнительным анализом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Vue.js 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607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API · Vite · Pinia · Vue Router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6519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96519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8.1+ · Sanctum · Eloquent ORM · REST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607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 8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Реляционная · Миграции · Связи между таблицами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6519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Code + Git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96519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· date-fns · Composer · npm · GitHub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SPA (Single Page Application)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Vue-компонентов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Router (гварды)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(глобальный стейт)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(HTTP-клиент)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дизайн 320–1920px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1508760"/>
            <a:ext cx="2697480" cy="3200400"/>
          </a:xfrm>
          <a:prstGeom prst="rect">
            <a:avLst/>
          </a:prstGeom>
          <a:solidFill>
            <a:srgbClr val="FBF6EE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508760"/>
            <a:ext cx="2697480" cy="38404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0156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931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Sanctum (токены)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7472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публичные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3931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auth:sanctum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7472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role:admin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JSON-ответы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8192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контроллеров Laravel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967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Eloquent ORM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967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8 таблиц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1967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client / admin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файлов (storage)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10896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8932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 МОДУЛИ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модулей · 3 роли пользователей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840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Слайдер, услуги, контакты, кнопка записи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6752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и цены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6752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услуг с ценами и кнопкой «Записаться»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840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Галерея с фильтрацией по категориям + Lightbox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6752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Онлайн-запись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6752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Модальное окно, слоты, автозаполнение для авторизованных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840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/ Вход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клиент и администратор, bcrypt, токены Sanctum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6752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кабинет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36752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вкладки: данные, мои записи, мои фотосессии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7840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Административная панель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7840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разделов: дашборд, заявки, услуги, портфолио, клиенты, фотосессии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0060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36752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36752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Яндекс.Карты, форма обратной связи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«МОИ ФОТОСЕССИИ»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СТАТУСНАЯ МОДЕЛЬ ФОТОСЕССИИ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402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solidFill>
            <a:srgbClr val="7A7570"/>
          </a:solidFill>
          <a:ln w="12700">
            <a:solidFill>
              <a:srgbClr val="7A7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286000"/>
            <a:ext cx="393192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286000"/>
            <a:ext cx="39319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27797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73405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Создаёт фотосессию и привязывает к заявке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319125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14553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исходные фото (JPG/PNG/WEBP, до 10 МБ)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60273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55701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Меняет статус → клиент получает уведомление на email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96849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выбор клиента и его комментарии к каждому фото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42569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7997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обработанные фото → статус «Готово»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286000"/>
            <a:ext cx="397764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2286000"/>
            <a:ext cx="39776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277977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273405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фотосессии в личном кабинете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319125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0" y="314553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Просматривает исходники в режиме Lightbox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360273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20640" y="3557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фото для ретуши (макс. кол-во задаёт администратор)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37760" y="401421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0" y="39684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Оставляет комментарии к каждому выбранному фото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37760" y="442569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20640" y="437997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Скачивает готовые фото архивом (.zip)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ПРОДУКТА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10 модулей проверены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Онлайн-запись: слоты корректны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Фотосессии: статусы и выбор работают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959352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91363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доступа разграничены верно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UI-тестирование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(интерфейс)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4904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47472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320px (мобильный) — корректно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768px (планшет) — корректно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7588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1920px (десктоп) — корректно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74720" y="3959352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75888" y="391363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Hover-эффекты на всех элементах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7220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8192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2940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5624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 без авторизации → 401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5624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видит чужие данные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624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для паролей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Все поставленные задачи выполнены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Vue-компонентов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фронтенде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на бэкенде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70916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модулей системы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пользователей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8321040" cy="914400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27248"/>
            <a:ext cx="79552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Разработана информационная система сайта фотосалона «Cameraw» на стеке </a:t>
            </a:r>
            <a:r>
              <a:rPr lang="en-US" sz="1250" b="1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+ Laravel 10 + MySQL</a:t>
            </a: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включает инновационный модуль «Фотосессии», не имеющий аналогов среди конкурентов анализируемого сегмента.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4160520"/>
            <a:ext cx="8321040" cy="65836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78808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</a:t>
            </a:r>
            <a:r>
              <a:rPr lang="en-US" sz="1800" i="1" dirty="0" err="1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внимание</a:t>
            </a:r>
            <a:r>
              <a:rPr lang="en-US" sz="1800" i="1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720</Words>
  <Application>Microsoft Office PowerPoint</Application>
  <PresentationFormat>Экран (16:9)</PresentationFormat>
  <Paragraphs>182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Воспоминание Сукарамашу</cp:lastModifiedBy>
  <cp:revision>5</cp:revision>
  <dcterms:created xsi:type="dcterms:W3CDTF">2026-02-26T07:15:52Z</dcterms:created>
  <dcterms:modified xsi:type="dcterms:W3CDTF">2026-02-26T10:23:42Z</dcterms:modified>
</cp:coreProperties>
</file>