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87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365760"/>
            <a:ext cx="2377440" cy="438912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1234440"/>
            <a:ext cx="128016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2651760"/>
            <a:ext cx="228600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2907792"/>
            <a:ext cx="228600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3163824"/>
            <a:ext cx="228600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3419856"/>
            <a:ext cx="228600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3675888"/>
            <a:ext cx="228600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43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ПЕРМСКИЙ АВИАЦИОННЫЙ ТЕХНИКУМ им. А.Д. ШВЕЦОВА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6400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kern="0" spc="5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МДК.09.01 · ПРОЕКТИРОВАНИЕ И РАЗРАБОТКА ВЕБ-ПРИЛОЖЕНИЙ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1143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Разработка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11480" y="17373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сайта фотосалона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11480" y="2423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«CAMERAW»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3657600" cy="0"/>
          </a:xfrm>
          <a:prstGeom prst="line">
            <a:avLst/>
          </a:prstGeom>
          <a:noFill/>
          <a:ln w="10160">
            <a:solidFill>
              <a:srgbClr val="B89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918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группы 09.02.07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6118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 МДК.09.01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434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Пермь,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170433"/>
            <a:ext cx="914400" cy="91440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317254"/>
            <a:ext cx="640080" cy="640080"/>
          </a:xfrm>
          <a:prstGeom prst="ellipse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 ПРЕЗЕНТАЦИИ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57200" cy="4572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075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 проекта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709928"/>
            <a:ext cx="3291840" cy="0"/>
          </a:xfrm>
          <a:prstGeom prst="line">
            <a:avLst/>
          </a:prstGeom>
          <a:noFill/>
          <a:ln w="6350">
            <a:solidFill>
              <a:srgbClr val="E8E0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956816"/>
            <a:ext cx="457200" cy="4572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029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предметной области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2432304"/>
            <a:ext cx="3291840" cy="0"/>
          </a:xfrm>
          <a:prstGeom prst="line">
            <a:avLst/>
          </a:prstGeom>
          <a:noFill/>
          <a:ln w="6350">
            <a:solidFill>
              <a:srgbClr val="E8E0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679192"/>
            <a:ext cx="457200" cy="4572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7523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стек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3154680"/>
            <a:ext cx="3291840" cy="0"/>
          </a:xfrm>
          <a:prstGeom prst="line">
            <a:avLst/>
          </a:prstGeom>
          <a:noFill/>
          <a:ln w="6350">
            <a:solidFill>
              <a:srgbClr val="E8E0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401568"/>
            <a:ext cx="457200" cy="4572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структура системы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" y="3877056"/>
            <a:ext cx="3291840" cy="0"/>
          </a:xfrm>
          <a:prstGeom prst="line">
            <a:avLst/>
          </a:prstGeom>
          <a:noFill/>
          <a:ln w="6350">
            <a:solidFill>
              <a:srgbClr val="E8E0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123944"/>
            <a:ext cx="457200" cy="4572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1970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модули и интерфейсы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05840" y="4599432"/>
            <a:ext cx="3291840" cy="0"/>
          </a:xfrm>
          <a:prstGeom prst="line">
            <a:avLst/>
          </a:prstGeom>
          <a:noFill/>
          <a:ln w="6350">
            <a:solidFill>
              <a:srgbClr val="E8E0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13075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Инновационный модуль «Фотосессии»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40680" y="1709928"/>
            <a:ext cx="3474720" cy="0"/>
          </a:xfrm>
          <a:prstGeom prst="line">
            <a:avLst/>
          </a:prstGeom>
          <a:noFill/>
          <a:ln w="6350">
            <a:solidFill>
              <a:srgbClr val="E8E0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956816"/>
            <a:ext cx="4572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20299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Моделирование (UML)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40680" y="2432304"/>
            <a:ext cx="3474720" cy="0"/>
          </a:xfrm>
          <a:prstGeom prst="line">
            <a:avLst/>
          </a:prstGeom>
          <a:noFill/>
          <a:ln w="6350">
            <a:solidFill>
              <a:srgbClr val="E8E0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679192"/>
            <a:ext cx="4572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0680" y="27523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40680" y="3154680"/>
            <a:ext cx="3474720" cy="0"/>
          </a:xfrm>
          <a:prstGeom prst="line">
            <a:avLst/>
          </a:prstGeom>
          <a:noFill/>
          <a:ln w="6350">
            <a:solidFill>
              <a:srgbClr val="E8E0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401568"/>
            <a:ext cx="4572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4068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40680" y="3877056"/>
            <a:ext cx="3474720" cy="0"/>
          </a:xfrm>
          <a:prstGeom prst="line">
            <a:avLst/>
          </a:prstGeom>
          <a:noFill/>
          <a:ln w="6350">
            <a:solidFill>
              <a:srgbClr val="E8E0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ПРОЕКТА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Разработка информационной системы фотосалона «Cameraw»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74904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управления взаимодействием с клиентами фотосалона через современное веб-приложение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856232"/>
            <a:ext cx="256032" cy="256032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56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19472" y="1874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предметной области и конкурентов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256032" cy="256032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423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9472" y="2441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технического задания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990088"/>
            <a:ext cx="256032" cy="256032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990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9472" y="30083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архитектуры SPA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3557016"/>
            <a:ext cx="256032" cy="256032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557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9472" y="35753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10 функциональных модулей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4123944"/>
            <a:ext cx="256032" cy="256032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1239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9472" y="4142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готового продукта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49884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готовая ИС — сайт фотосалона с личным кабинетом клиента и административной панелью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ПРЕДМЕТНОЙ ОБЛАСТИ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3931920" cy="1645920"/>
          </a:xfrm>
          <a:prstGeom prst="rect">
            <a:avLst/>
          </a:prstGeom>
          <a:solidFill>
            <a:srgbClr val="F0EDE8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612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АВТОМАТИЗАЦИИ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Фотосалон «Cameraw»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бренд на рынке фотоуслуг г. Перми.
• Срочное фото на документы
• Художественная и деловая портретная съёмка
• Печать и реставрация фотографий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77640" cy="1645920"/>
          </a:xfrm>
          <a:prstGeom prst="rect">
            <a:avLst/>
          </a:prstGeom>
          <a:solidFill>
            <a:srgbClr val="F0EDE8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43000"/>
            <a:ext cx="397764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612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 КОНКУРЕНТОВ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Нет онлайн-записи и отображения слотов
• Устаревший дизайн без мобильной версии
• Нет личного кабинета клиента
• Ручное управление через WhatsApp/звонки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926080"/>
            <a:ext cx="832104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УНИКАЛЬНОСТЬ РАЗРАБОТКИ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918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отличие от тяжёлых CRM-систем — лёгкое кастомное решение с полным модулем «Фотосессии»: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выбирает фото для ретуши прямо в личном кабинете — без сторонних сервисов и мессенджеров.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43159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Физические лица 18–55 лет · Администратор фотосалона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Выбор технологий обоснован сравнительным анализом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1554480"/>
          </a:xfrm>
          <a:prstGeom prst="rect">
            <a:avLst/>
          </a:prstGeom>
          <a:solidFill>
            <a:srgbClr val="252525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023360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73152" cy="155448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289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" y="16733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Vue.js 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6072" y="2240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API · Vite · Pinia · Vue Router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4023360" cy="1554480"/>
          </a:xfrm>
          <a:prstGeom prst="rect">
            <a:avLst/>
          </a:prstGeom>
          <a:solidFill>
            <a:srgbClr val="252525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234440"/>
            <a:ext cx="4023360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234440"/>
            <a:ext cx="73152" cy="155448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289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65192" y="16733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Laravel 10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65192" y="2240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8.1+ · Sanctum · Eloquent ORM · REST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4023360" cy="1554480"/>
          </a:xfrm>
          <a:prstGeom prst="rect">
            <a:avLst/>
          </a:prstGeom>
          <a:solidFill>
            <a:srgbClr val="252525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063240"/>
            <a:ext cx="4023360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63240"/>
            <a:ext cx="73152" cy="155448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118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6072" y="35021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6072" y="4069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Реляционная · Миграции · Связи между таблицами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063240"/>
            <a:ext cx="4023360" cy="1554480"/>
          </a:xfrm>
          <a:prstGeom prst="rect">
            <a:avLst/>
          </a:prstGeom>
          <a:solidFill>
            <a:srgbClr val="252525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063240"/>
            <a:ext cx="4023360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063240"/>
            <a:ext cx="73152" cy="155448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118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65192" y="35021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 + Git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965192" y="4069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· date-fns · Composer · npm · GitHub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СТРУКТУРА СИСТЕМЫ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Архитектура: SPA (Single Page Application)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97480" cy="3200400"/>
          </a:xfrm>
          <a:prstGeom prst="rect">
            <a:avLst/>
          </a:prstGeom>
          <a:solidFill>
            <a:srgbClr val="F0EDE8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08760"/>
            <a:ext cx="269748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270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039112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9339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Vue-компонентов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551176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50545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(гварды)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063240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0175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(глобальный стейт)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575304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52958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(HTTP-клиент)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087368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04164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дизайн 320–1920px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1508760"/>
            <a:ext cx="2697480" cy="3200400"/>
          </a:xfrm>
          <a:prstGeom prst="rect">
            <a:avLst/>
          </a:prstGeom>
          <a:solidFill>
            <a:srgbClr val="FBF6EE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508760"/>
            <a:ext cx="2697480" cy="384048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15270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2039112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199339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Sanctum (токены)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2551176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250545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Маршруты: публичные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3063240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30175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Маршруты: auth:sanctum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3575304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352958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Маршруты: role:admin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0" y="4087368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404164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JSON-ответы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1508760"/>
            <a:ext cx="2697480" cy="3200400"/>
          </a:xfrm>
          <a:prstGeom prst="rect">
            <a:avLst/>
          </a:prstGeom>
          <a:solidFill>
            <a:srgbClr val="F0EDE8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1508760"/>
            <a:ext cx="269748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15270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55080" y="2039112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199339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контроллеров Laravel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2551176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9672" y="250545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55080" y="3063240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9672" y="30175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 8 таблиц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3575304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9672" y="352958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Роли: client / admin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55080" y="4087368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9672" y="404164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файлов (storage)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108960" y="3108960"/>
            <a:ext cx="182880" cy="0"/>
          </a:xfrm>
          <a:prstGeom prst="line">
            <a:avLst/>
          </a:prstGeom>
          <a:noFill/>
          <a:ln w="19050">
            <a:solidFill>
              <a:srgbClr val="B89A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89320" y="3108960"/>
            <a:ext cx="182880" cy="0"/>
          </a:xfrm>
          <a:prstGeom prst="line">
            <a:avLst/>
          </a:prstGeom>
          <a:noFill/>
          <a:ln w="19050">
            <a:solidFill>
              <a:srgbClr val="B89A6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ФУНКЦИОНАЛЬНЫЕ МОДУЛИ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модулей · 3 роли пользователей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749808"/>
          </a:xfrm>
          <a:prstGeom prst="rect">
            <a:avLst/>
          </a:prstGeom>
          <a:solidFill>
            <a:srgbClr val="252525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57200" cy="749808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2984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страница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78408" y="158191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Слайдер, услуги, контакты, кнопка записи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023360" cy="749808"/>
          </a:xfrm>
          <a:prstGeom prst="rect">
            <a:avLst/>
          </a:prstGeom>
          <a:solidFill>
            <a:srgbClr val="252525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34440"/>
            <a:ext cx="457200" cy="749808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344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67528" y="12984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Услуги и цены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67528" y="158191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услуг с ценами и кнопкой «Записаться»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121408"/>
            <a:ext cx="4023360" cy="749808"/>
          </a:xfrm>
          <a:prstGeom prst="rect">
            <a:avLst/>
          </a:prstGeom>
          <a:solidFill>
            <a:srgbClr val="252525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121408"/>
            <a:ext cx="457200" cy="749808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2140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21854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Портфолио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8408" y="246888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Галерея с фильтрацией по категориям + Lightbox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121408"/>
            <a:ext cx="4023360" cy="749808"/>
          </a:xfrm>
          <a:prstGeom prst="rect">
            <a:avLst/>
          </a:prstGeom>
          <a:solidFill>
            <a:srgbClr val="252525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121408"/>
            <a:ext cx="457200" cy="749808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12140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67528" y="21854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Онлайн-запись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67528" y="246888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Модальное окно, слоты, автозаполнение для авторизованных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008376"/>
            <a:ext cx="4023360" cy="749808"/>
          </a:xfrm>
          <a:prstGeom prst="rect">
            <a:avLst/>
          </a:prstGeom>
          <a:solidFill>
            <a:srgbClr val="252525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008376"/>
            <a:ext cx="457200" cy="749808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008376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" y="307238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/ Вход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8408" y="33558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Роли: клиент и администратор, bcrypt, токены Sanctum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008376"/>
            <a:ext cx="4023360" cy="749808"/>
          </a:xfrm>
          <a:prstGeom prst="rect">
            <a:avLst/>
          </a:prstGeom>
          <a:solidFill>
            <a:srgbClr val="252525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008376"/>
            <a:ext cx="457200" cy="749808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008376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67528" y="307238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67528" y="33558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вкладки: данные, мои записи, мои фотосессии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1480" y="3895344"/>
            <a:ext cx="4023360" cy="749808"/>
          </a:xfrm>
          <a:prstGeom prst="rect">
            <a:avLst/>
          </a:prstGeom>
          <a:solidFill>
            <a:srgbClr val="252525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895344"/>
            <a:ext cx="457200" cy="749808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895344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78408" y="39593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Административная панель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78408" y="42428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разделов: дашборд, заявки, услуги, портфолио, клиенты, фотосессии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3895344"/>
            <a:ext cx="4023360" cy="749808"/>
          </a:xfrm>
          <a:prstGeom prst="rect">
            <a:avLst/>
          </a:prstGeom>
          <a:solidFill>
            <a:srgbClr val="252525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3895344"/>
            <a:ext cx="457200" cy="749808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895344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67528" y="39593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367528" y="42428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Яндекс.Карты, форма обратной связи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«МОИ ФОТОСЕССИИ»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СТАТУСНАЯ МОДЕЛЬ ФОТОСЕССИИ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828800" cy="685800"/>
          </a:xfrm>
          <a:prstGeom prst="rect">
            <a:avLst/>
          </a:prstGeom>
          <a:solidFill>
            <a:srgbClr val="363636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1764792"/>
            <a:ext cx="228600" cy="0"/>
          </a:xfrm>
          <a:prstGeom prst="line">
            <a:avLst/>
          </a:prstGeom>
          <a:noFill/>
          <a:ln w="25400">
            <a:solidFill>
              <a:srgbClr val="B89A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417320"/>
            <a:ext cx="1828800" cy="6858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4173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764792"/>
            <a:ext cx="228600" cy="0"/>
          </a:xfrm>
          <a:prstGeom prst="line">
            <a:avLst/>
          </a:prstGeom>
          <a:noFill/>
          <a:ln w="25400">
            <a:solidFill>
              <a:srgbClr val="B89A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417320"/>
            <a:ext cx="1828800" cy="685800"/>
          </a:xfrm>
          <a:prstGeom prst="rect">
            <a:avLst/>
          </a:prstGeom>
          <a:solidFill>
            <a:srgbClr val="7A7570"/>
          </a:solidFill>
          <a:ln w="12700">
            <a:solidFill>
              <a:srgbClr val="7A75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4173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1764792"/>
            <a:ext cx="228600" cy="0"/>
          </a:xfrm>
          <a:prstGeom prst="line">
            <a:avLst/>
          </a:prstGeom>
          <a:noFill/>
          <a:ln w="25400">
            <a:solidFill>
              <a:srgbClr val="B89A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417320"/>
            <a:ext cx="18288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4173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286000"/>
            <a:ext cx="3931920" cy="2514600"/>
          </a:xfrm>
          <a:prstGeom prst="rect">
            <a:avLst/>
          </a:prstGeom>
          <a:solidFill>
            <a:srgbClr val="F0EDE8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286000"/>
            <a:ext cx="3931920" cy="36576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30428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2779776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73405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фотосессию и привязывает к заявке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3191256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14553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Загружает исходные фото (JPG/PNG/WEBP, до 10 МБ)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602736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55701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Меняет статус → клиент получает уведомление на email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4014216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96849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выбор клиента и его комментарии к каждому фото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4425696"/>
            <a:ext cx="91440" cy="91440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37997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Загружает обработанные фото → статус «Готово»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286000"/>
            <a:ext cx="3977640" cy="2514600"/>
          </a:xfrm>
          <a:prstGeom prst="rect">
            <a:avLst/>
          </a:prstGeom>
          <a:solidFill>
            <a:srgbClr val="F0EDE8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286000"/>
            <a:ext cx="3977640" cy="36576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30428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2779776"/>
            <a:ext cx="91440" cy="9144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7340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фотосессии в личном кабинете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191256"/>
            <a:ext cx="91440" cy="9144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145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Просматривает исходники в режиме Lightbox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602736"/>
            <a:ext cx="91440" cy="9144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5570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 фото для ретуши (макс. кол-во задаёт администратор)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4014216"/>
            <a:ext cx="91440" cy="9144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39684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Оставляет комментарии к каждому выбранному фото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37760" y="4425696"/>
            <a:ext cx="91440" cy="9144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43799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Скачивает готовые фото архивом (.zip)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ПРОДУКТА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97480" cy="3611880"/>
          </a:xfrm>
          <a:prstGeom prst="rect">
            <a:avLst/>
          </a:prstGeom>
          <a:solidFill>
            <a:srgbClr val="F0EDE8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2697480" cy="59436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70432"/>
            <a:ext cx="2478024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Функциональное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17830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423160"/>
            <a:ext cx="109728" cy="109728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10 модулей проверены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935224"/>
            <a:ext cx="109728" cy="109728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89504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Онлайн-запись: слоты корректны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447288"/>
            <a:ext cx="109728" cy="109728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401568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Фотосессии: статусы и выбор работают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959352"/>
            <a:ext cx="109728" cy="109728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91363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доступа разграничены верно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143000"/>
            <a:ext cx="2697480" cy="3611880"/>
          </a:xfrm>
          <a:prstGeom prst="rect">
            <a:avLst/>
          </a:prstGeom>
          <a:solidFill>
            <a:srgbClr val="F0EDE8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143000"/>
            <a:ext cx="2697480" cy="59436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170432"/>
            <a:ext cx="2478024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UI-тестирование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(интерфейс)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749040" y="1874520"/>
            <a:ext cx="17830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874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ПРОЙДЕНО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2423160"/>
            <a:ext cx="109728" cy="109728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320px (мобильный) — корректно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2935224"/>
            <a:ext cx="109728" cy="109728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2889504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768px (планшет) — корректно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3447288"/>
            <a:ext cx="109728" cy="109728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3401568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1920px (десктоп) — корректно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0" y="3959352"/>
            <a:ext cx="109728" cy="109728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391363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Hover-эффекты на всех элементах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1143000"/>
            <a:ext cx="2697480" cy="3611880"/>
          </a:xfrm>
          <a:prstGeom prst="rect">
            <a:avLst/>
          </a:prstGeom>
          <a:solidFill>
            <a:srgbClr val="F0EDE8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1143000"/>
            <a:ext cx="2697480" cy="59436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1170432"/>
            <a:ext cx="2478024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безопасности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629400" y="1874520"/>
            <a:ext cx="17830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1874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ПРОЙДЕНО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55080" y="2423160"/>
            <a:ext cx="109728" cy="109728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6248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 без авторизации → 401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2935224"/>
            <a:ext cx="109728" cy="109728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56248" y="2889504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не видит чужие данные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55080" y="3447288"/>
            <a:ext cx="109728" cy="109728"/>
          </a:xfrm>
          <a:prstGeom prst="ellipse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56248" y="3401568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для паролей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Все поставленные задачи выполнены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965960" cy="1463040"/>
          </a:xfrm>
          <a:prstGeom prst="rect">
            <a:avLst/>
          </a:prstGeom>
          <a:solidFill>
            <a:srgbClr val="252525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Vue-компонентов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фронтенде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1965960" cy="1463040"/>
          </a:xfrm>
          <a:prstGeom prst="rect">
            <a:avLst/>
          </a:prstGeom>
          <a:solidFill>
            <a:srgbClr val="252525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5087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60320" y="2148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контроллеров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на бэкенде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1965960" cy="1463040"/>
          </a:xfrm>
          <a:prstGeom prst="rect">
            <a:avLst/>
          </a:prstGeom>
          <a:solidFill>
            <a:srgbClr val="252525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5087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709160" y="2148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модулей системы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417320"/>
            <a:ext cx="1965960" cy="1463040"/>
          </a:xfrm>
          <a:prstGeom prst="rect">
            <a:avLst/>
          </a:prstGeom>
          <a:solidFill>
            <a:srgbClr val="252525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5087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89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858000" y="2148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пользователей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8321040" cy="914400"/>
          </a:xfrm>
          <a:prstGeom prst="rect">
            <a:avLst/>
          </a:prstGeom>
          <a:solidFill>
            <a:srgbClr val="252525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27248"/>
            <a:ext cx="79552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Разработана информационная система сайта фотосалона «Cameraw» на стеке </a:t>
            </a:r>
            <a:r>
              <a:rPr lang="en-US" sz="1250" b="1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 + Laravel 10 + MySQL</a:t>
            </a:r>
            <a:r>
              <a:rPr lang="en-US" sz="12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включает инновационный модуль «Фотосессии», не имеющий аналогов среди конкурентов анализируемого сегмента.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4160520"/>
            <a:ext cx="8321040" cy="658368"/>
          </a:xfrm>
          <a:prstGeom prst="rect">
            <a:avLst/>
          </a:prstGeom>
          <a:solidFill>
            <a:srgbClr val="B89A6A"/>
          </a:solidFill>
          <a:ln w="12700">
            <a:solidFill>
              <a:srgbClr val="B89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7880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 Готов ответить на вопросы.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718</Words>
  <Application>Microsoft Office PowerPoint</Application>
  <PresentationFormat>Экран (16:9)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Воспоминание Сукарамашу</cp:lastModifiedBy>
  <cp:revision>4</cp:revision>
  <dcterms:created xsi:type="dcterms:W3CDTF">2026-02-26T07:15:52Z</dcterms:created>
  <dcterms:modified xsi:type="dcterms:W3CDTF">2026-02-26T10:16:33Z</dcterms:modified>
</cp:coreProperties>
</file>