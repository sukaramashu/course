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36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9875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0"/>
            <a:ext cx="2926080" cy="5143500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365760"/>
            <a:ext cx="2377440" cy="4389120"/>
          </a:xfrm>
          <a:prstGeom prst="rect">
            <a:avLst/>
          </a:prstGeom>
          <a:solidFill>
            <a:srgbClr val="252525"/>
          </a:solidFill>
          <a:ln w="12700">
            <a:solidFill>
              <a:srgbClr val="25252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95160" y="1234440"/>
            <a:ext cx="1280160" cy="822960"/>
          </a:xfrm>
          <a:prstGeom prst="rect">
            <a:avLst/>
          </a:prstGeom>
          <a:solidFill>
            <a:srgbClr val="2A2A2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537960" y="2651760"/>
            <a:ext cx="2286000" cy="0"/>
          </a:xfrm>
          <a:prstGeom prst="line">
            <a:avLst/>
          </a:prstGeom>
          <a:noFill/>
          <a:ln w="6350">
            <a:solidFill>
              <a:srgbClr val="3A3A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37960" y="2907792"/>
            <a:ext cx="2286000" cy="0"/>
          </a:xfrm>
          <a:prstGeom prst="line">
            <a:avLst/>
          </a:prstGeom>
          <a:noFill/>
          <a:ln w="6350">
            <a:solidFill>
              <a:srgbClr val="3A3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37960" y="3163824"/>
            <a:ext cx="2286000" cy="0"/>
          </a:xfrm>
          <a:prstGeom prst="line">
            <a:avLst/>
          </a:prstGeom>
          <a:noFill/>
          <a:ln w="6350">
            <a:solidFill>
              <a:srgbClr val="3A3A3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37960" y="3419856"/>
            <a:ext cx="2286000" cy="0"/>
          </a:xfrm>
          <a:prstGeom prst="line">
            <a:avLst/>
          </a:prstGeom>
          <a:noFill/>
          <a:ln w="6350">
            <a:solidFill>
              <a:srgbClr val="3A3A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37960" y="3675888"/>
            <a:ext cx="2286000" cy="0"/>
          </a:xfrm>
          <a:prstGeom prst="line">
            <a:avLst/>
          </a:prstGeom>
          <a:noFill/>
          <a:ln w="6350">
            <a:solidFill>
              <a:srgbClr val="3A3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11480" y="27432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850" kern="0" spc="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ПЕРМСКИЙ АВИАЦИОННЫЙ ТЕХНИКУМ им. А.Д. ШВЕЦОВА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11480" y="64008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750" kern="0" spc="5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МДК.09.01 · ПРОЕКТИРОВАНИЕ И РАЗРАБОТКА ВЕБ-ПРИЛОЖЕНИЙ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411480" y="114300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Разработка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411480" y="17373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сайта фотосалона</a:t>
            </a:r>
            <a:endParaRPr lang="en-US" sz="3800" dirty="0"/>
          </a:p>
        </p:txBody>
      </p:sp>
      <p:sp>
        <p:nvSpPr>
          <p:cNvPr id="17" name="Text 15"/>
          <p:cNvSpPr/>
          <p:nvPr/>
        </p:nvSpPr>
        <p:spPr>
          <a:xfrm>
            <a:off x="411480" y="2423160"/>
            <a:ext cx="5486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200" b="1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«CAMERAW»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11480" y="3063240"/>
            <a:ext cx="3657600" cy="0"/>
          </a:xfrm>
          <a:prstGeom prst="line">
            <a:avLst/>
          </a:prstGeom>
          <a:noFill/>
          <a:ln w="10160">
            <a:solidFill>
              <a:srgbClr val="B89A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11480" y="32918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студент группы 09.02.07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11480" y="361188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Руководитель: 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преподаватель МДК.09.01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" y="4434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Пермь,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178040" y="1170433"/>
            <a:ext cx="914400" cy="91440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0" y="1317254"/>
            <a:ext cx="640080" cy="640080"/>
          </a:xfrm>
          <a:prstGeom prst="ellipse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СОДЕРЖАНИЕ ПРЕЗЕНТАЦИИ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457200" cy="4572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307592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и задачи проекта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005840" y="1709928"/>
            <a:ext cx="329184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1956816"/>
            <a:ext cx="457200" cy="4572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956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2029968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предметной области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005840" y="2432304"/>
            <a:ext cx="329184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1480" y="2679192"/>
            <a:ext cx="457200" cy="4572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6791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5840" y="2752344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Технический стек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005840" y="3154680"/>
            <a:ext cx="329184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3401568"/>
            <a:ext cx="457200" cy="4572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3401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5840" y="347472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структура системы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1005840" y="3877056"/>
            <a:ext cx="329184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4123944"/>
            <a:ext cx="457200" cy="4572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41239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4197096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модули и интерфейсы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05840" y="4599432"/>
            <a:ext cx="329184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46320" y="1234440"/>
            <a:ext cx="45720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46320" y="1234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440680" y="1307592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Инновационный модуль «Фотосессии»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440680" y="1709928"/>
            <a:ext cx="347472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46320" y="1956816"/>
            <a:ext cx="45720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46320" y="19568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440680" y="202996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Моделирование (UML)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40680" y="2432304"/>
            <a:ext cx="347472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46320" y="2679192"/>
            <a:ext cx="45720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46320" y="26791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40680" y="2752344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440680" y="3154680"/>
            <a:ext cx="347472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46320" y="3401568"/>
            <a:ext cx="457200" cy="45720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46320" y="3401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40680" y="347472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440680" y="3877056"/>
            <a:ext cx="3474720" cy="0"/>
          </a:xfrm>
          <a:prstGeom prst="line">
            <a:avLst/>
          </a:prstGeom>
          <a:noFill/>
          <a:ln w="6350">
            <a:solidFill>
              <a:srgbClr val="E8E0D4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 И ЗАДАЧИ ПРОЕКТА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77724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Разработка информационной системы фотосалона «Cameraw»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11480" y="1508760"/>
            <a:ext cx="3749040" cy="1280160"/>
          </a:xfrm>
          <a:prstGeom prst="rect">
            <a:avLst/>
          </a:prstGeom>
          <a:solidFill>
            <a:srgbClr val="252525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6002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ЦЕЛЬ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 управления взаимодействием с клиентами фотосалона через современное веб-приложение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150876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0" y="1856232"/>
            <a:ext cx="256032" cy="256032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856232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19472" y="18745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предметной области и конкурентов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0" y="2423160"/>
            <a:ext cx="256032" cy="256032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24231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919472" y="2441448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Разработка технического задания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0" y="2990088"/>
            <a:ext cx="256032" cy="256032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0" y="2990088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919472" y="3008376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Проектирование архитектуры SPA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0" y="3557016"/>
            <a:ext cx="256032" cy="256032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0" y="3557016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919472" y="3575304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Реализация 10 функциональных модулей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0" y="4123944"/>
            <a:ext cx="256032" cy="256032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0" y="41239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919472" y="4142232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 готового продукта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1480" y="4480560"/>
            <a:ext cx="8321040" cy="36576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4498848"/>
            <a:ext cx="7955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Результат: готовая ИС — сайт фотосалона с личным кабинетом клиента и административной панелью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АНАЛИЗ ПРЕДМЕТНОЙ ОБЛАСТИ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11480" y="1143000"/>
            <a:ext cx="3931920" cy="164592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143000"/>
            <a:ext cx="3931920" cy="34747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1161288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ОБЪЕКТ АВТОМАТИЗАЦИИ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94360" y="1554480"/>
            <a:ext cx="3566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Фотосалон «Cameraw»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Новый бренд на рынке фотоуслуг г. Перми.
• Срочное фото на документы
• Художественная и деловая портретная съёмка
• Печать и реставрация фотографий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754880" y="1143000"/>
            <a:ext cx="3977640" cy="164592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54880" y="1143000"/>
            <a:ext cx="3977640" cy="347472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161288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ПРОБЛЕМЫ КОНКУРЕНТОВ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892040" y="155448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Нет онлайн-записи и отображения слотов
• Устаревший дизайн без мобильной версии
• Нет личного кабинета клиента
• Ручное управление через WhatsApp/звонки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" y="2926080"/>
            <a:ext cx="8321040" cy="100584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971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УНИКАЛЬНОСТЬ РАЗРАБОТКИ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4360" y="3291840"/>
            <a:ext cx="7955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отличие от тяжёлых CRM-систем — лёгкое кастомное решение с полным модулем «Фотосессии»: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выбирает фото для ретуши прямо в личном кабинете — без сторонних сервисов и мессенджеров.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11480" y="40690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ЦЕЛЕВАЯ АУДИТОРИЯ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11480" y="4315968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Физические лица 18–55 лет · Администратор фотосалона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ТЕХНОЛОГИЧЕСКИЙ СТЕК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685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Выбор технологий обоснован сравнительным анализом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4023360" cy="155448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4023360" cy="347472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234440"/>
            <a:ext cx="73152" cy="155448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072" y="12893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76072" y="16733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Vue.js 3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76072" y="22402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API · Vite · Pinia · Vue Router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800600" y="1234440"/>
            <a:ext cx="4023360" cy="155448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00600" y="1234440"/>
            <a:ext cx="4023360" cy="347472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00600" y="1234440"/>
            <a:ext cx="73152" cy="155448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5192" y="12893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65192" y="16733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Laravel 10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965192" y="22402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 8.1+ · Sanctum · Eloquent ORM · REST API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" y="3063240"/>
            <a:ext cx="4023360" cy="155448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3063240"/>
            <a:ext cx="4023360" cy="347472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480" y="3063240"/>
            <a:ext cx="73152" cy="155448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76072" y="3118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ДАННЫХ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76072" y="35021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MySQL 8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76072" y="40690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Реляционная · Миграции · Связи между таблицами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00600" y="3063240"/>
            <a:ext cx="4023360" cy="155448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00600" y="3063240"/>
            <a:ext cx="4023360" cy="347472"/>
          </a:xfrm>
          <a:prstGeom prst="rect">
            <a:avLst/>
          </a:prstGeom>
          <a:solidFill>
            <a:srgbClr val="2E2E2E"/>
          </a:solidFill>
          <a:ln w="12700">
            <a:solidFill>
              <a:srgbClr val="2E2E2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0600" y="3063240"/>
            <a:ext cx="73152" cy="155448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65192" y="3118104"/>
            <a:ext cx="3657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ИНСТРУМЕНТЫ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965192" y="3502152"/>
            <a:ext cx="3657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 Code + Git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4965192" y="40690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· date-fns · Composer · npm · GitHub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СТРУКТУРА СИСТЕМЫ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Архитектура: SPA (Single Page Application)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11480" y="1508760"/>
            <a:ext cx="2697480" cy="320040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1508760"/>
            <a:ext cx="2697480" cy="3840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52704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94360" y="2039112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8952" y="1993392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Vue-компонентов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4360" y="255117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" y="2505456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Router (гварды)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" y="3063240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8952" y="3017520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Pinia (глобальный стейт)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3575304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3529584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 (HTTP-клиент)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4087368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041648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Адаптивный дизайн 320–1920px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91840" y="1508760"/>
            <a:ext cx="2697480" cy="3200400"/>
          </a:xfrm>
          <a:prstGeom prst="rect">
            <a:avLst/>
          </a:prstGeom>
          <a:solidFill>
            <a:srgbClr val="FBF6EE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91840" y="1508760"/>
            <a:ext cx="2697480" cy="384048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401568" y="152704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74720" y="2039112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39312" y="1993392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Sanctum (токены)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474720" y="255117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39312" y="2505456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Маршруты: публичные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74720" y="3063240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39312" y="3017520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Маршруты: auth:sanctum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474720" y="3575304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39312" y="3529584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Маршруты: role:admin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474720" y="4087368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39312" y="4041648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JSON-ответы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172200" y="1508760"/>
            <a:ext cx="2697480" cy="320040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72200" y="1508760"/>
            <a:ext cx="2697480" cy="384048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281928" y="152704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355080" y="2039112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19672" y="1993392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контроллеров Laravel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355080" y="255117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19672" y="2505456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Eloquent ORM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355080" y="3063240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19672" y="3017520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MySQL: 8 таблиц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355080" y="3575304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519672" y="3529584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client / admin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355080" y="4087368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19672" y="4041648"/>
            <a:ext cx="2240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файлов (storage)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3108960" y="3108960"/>
            <a:ext cx="182880" cy="0"/>
          </a:xfrm>
          <a:prstGeom prst="line">
            <a:avLst/>
          </a:prstGeom>
          <a:noFill/>
          <a:ln w="19050">
            <a:solidFill>
              <a:srgbClr val="B89A6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989320" y="3108960"/>
            <a:ext cx="182880" cy="0"/>
          </a:xfrm>
          <a:prstGeom prst="line">
            <a:avLst/>
          </a:prstGeom>
          <a:noFill/>
          <a:ln w="19050">
            <a:solidFill>
              <a:srgbClr val="B89A6A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ФУНКЦИОНАЛЬНЫЕ МОДУЛИ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685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модулей · 3 роли пользователей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457200" cy="749808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234440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78408" y="129844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страница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978408" y="158191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Слайдер, услуги, контакты, кнопка записи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800600" y="1234440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00600" y="1234440"/>
            <a:ext cx="457200" cy="749808"/>
          </a:xfrm>
          <a:prstGeom prst="rect">
            <a:avLst/>
          </a:prstGeom>
          <a:solidFill>
            <a:srgbClr val="363636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234440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367528" y="129844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Услуги и цены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367528" y="158191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услуг с ценами и кнопкой «Записаться»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11480" y="2121408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121408"/>
            <a:ext cx="457200" cy="749808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2121408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78408" y="218541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Портфолио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978408" y="2468880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Галерея с фильтрацией по категориям + Lightbox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800600" y="2121408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00600" y="2121408"/>
            <a:ext cx="457200" cy="749808"/>
          </a:xfrm>
          <a:prstGeom prst="rect">
            <a:avLst/>
          </a:prstGeom>
          <a:solidFill>
            <a:srgbClr val="363636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00600" y="2121408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367528" y="218541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Онлайн-запись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367528" y="2468880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Модальное окно, слоты, автозаполнение для авторизованных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11480" y="3008376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3008376"/>
            <a:ext cx="457200" cy="749808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11480" y="3008376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78408" y="307238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Регистрация / Вход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978408" y="335584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клиент и администратор, bcrypt, токены Sanctum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800600" y="3008376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00600" y="3008376"/>
            <a:ext cx="457200" cy="749808"/>
          </a:xfrm>
          <a:prstGeom prst="rect">
            <a:avLst/>
          </a:prstGeom>
          <a:solidFill>
            <a:srgbClr val="363636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00600" y="3008376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367528" y="3072384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Личный кабинет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367528" y="3355848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вкладки: данные, мои записи, мои фотосессии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11480" y="3895344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1480" y="3895344"/>
            <a:ext cx="457200" cy="749808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1480" y="3895344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978408" y="395935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Административная панель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978408" y="424281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разделов: дашборд, заявки, услуги, портфолио, клиенты, фотосессии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4800600" y="3895344"/>
            <a:ext cx="4023360" cy="749808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00600" y="3895344"/>
            <a:ext cx="457200" cy="749808"/>
          </a:xfrm>
          <a:prstGeom prst="rect">
            <a:avLst/>
          </a:prstGeom>
          <a:solidFill>
            <a:srgbClr val="363636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600" y="3895344"/>
            <a:ext cx="457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5367528" y="3959352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Контакты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5367528" y="4242816"/>
            <a:ext cx="3337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Яндекс.Карты, форма обратной связи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ИННОВАЦИОННЫЙ МОДУЛЬ «МОИ ФОТОСЕССИИ»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11480" y="10789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СТАТУСНАЯ МОДЕЛЬ ФОТОСЕССИИ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11480" y="1417320"/>
            <a:ext cx="1828800" cy="685800"/>
          </a:xfrm>
          <a:prstGeom prst="rect">
            <a:avLst/>
          </a:prstGeom>
          <a:solidFill>
            <a:srgbClr val="363636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11480" y="141732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40280" y="1764792"/>
            <a:ext cx="228600" cy="0"/>
          </a:xfrm>
          <a:prstGeom prst="line">
            <a:avLst/>
          </a:prstGeom>
          <a:noFill/>
          <a:ln w="25400">
            <a:solidFill>
              <a:srgbClr val="B89A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68880" y="1417320"/>
            <a:ext cx="1828800" cy="6858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8880" y="141732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Ожидает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764792"/>
            <a:ext cx="228600" cy="0"/>
          </a:xfrm>
          <a:prstGeom prst="line">
            <a:avLst/>
          </a:prstGeom>
          <a:noFill/>
          <a:ln w="25400">
            <a:solidFill>
              <a:srgbClr val="B89A6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26280" y="1417320"/>
            <a:ext cx="1828800" cy="685800"/>
          </a:xfrm>
          <a:prstGeom prst="rect">
            <a:avLst/>
          </a:prstGeom>
          <a:solidFill>
            <a:srgbClr val="7A7570"/>
          </a:solidFill>
          <a:ln w="12700">
            <a:solidFill>
              <a:srgbClr val="7A75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6280" y="141732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обработке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55080" y="1764792"/>
            <a:ext cx="228600" cy="0"/>
          </a:xfrm>
          <a:prstGeom prst="line">
            <a:avLst/>
          </a:prstGeom>
          <a:noFill/>
          <a:ln w="25400">
            <a:solidFill>
              <a:srgbClr val="B89A6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0" y="1417320"/>
            <a:ext cx="1828800" cy="685800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0" y="1417320"/>
            <a:ext cx="1828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Готово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11480" y="2286000"/>
            <a:ext cx="3931920" cy="251460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1480" y="2286000"/>
            <a:ext cx="3931920" cy="36576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94360" y="2304288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277977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2734056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Создаёт фотосессию и привязывает к заявке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94360" y="319125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7240" y="3145536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Загружает исходные фото (JPG/PNG/WEBP, до 10 МБ)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60273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3557016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Меняет статус → клиент получает уведомление на email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94360" y="401421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" y="3968496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 выбор клиента и его комментарии к каждому фото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94360" y="4425696"/>
            <a:ext cx="91440" cy="91440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7240" y="4379976"/>
            <a:ext cx="3429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Загружает обработанные фото → статус «Готово»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754880" y="2286000"/>
            <a:ext cx="3977640" cy="251460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754880" y="2286000"/>
            <a:ext cx="3977640" cy="36576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37760" y="2304288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937760" y="2779776"/>
            <a:ext cx="91440" cy="91440"/>
          </a:xfrm>
          <a:prstGeom prst="ellipse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20640" y="273405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Видит фотосессии в личном кабинете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937760" y="3191256"/>
            <a:ext cx="91440" cy="91440"/>
          </a:xfrm>
          <a:prstGeom prst="ellipse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120640" y="314553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Просматривает исходники в режиме Lightbox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37760" y="3602736"/>
            <a:ext cx="91440" cy="91440"/>
          </a:xfrm>
          <a:prstGeom prst="ellipse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120640" y="355701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Выбирает фото для ретуши (макс. кол-во задаёт администратор)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937760" y="4014216"/>
            <a:ext cx="91440" cy="91440"/>
          </a:xfrm>
          <a:prstGeom prst="ellipse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120640" y="396849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Оставляет комментарии к каждому выбранному фото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937760" y="4425696"/>
            <a:ext cx="91440" cy="91440"/>
          </a:xfrm>
          <a:prstGeom prst="ellipse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20640" y="437997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Скачивает готовые фото архивом (.zip)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МОДЕЛИРОВАНИЕ ПРЕДМЕТНОЙ ОБЛАСТИ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685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Нотация UML — оптимальна для описания архитектуры ИС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2697480" cy="352044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2697480" cy="621792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261872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ВАРИАНТОВ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ИСПОЛЬЗОВАНИЯ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17320" y="2011680"/>
            <a:ext cx="685800" cy="365760"/>
          </a:xfrm>
          <a:prstGeom prst="ellipse">
            <a:avLst/>
          </a:prstGeom>
          <a:solidFill>
            <a:srgbClr val="363636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2560320"/>
            <a:ext cx="2148840" cy="274320"/>
          </a:xfrm>
          <a:prstGeom prst="rect">
            <a:avLst/>
          </a:prstGeom>
          <a:solidFill>
            <a:srgbClr val="363636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85800" y="2926080"/>
            <a:ext cx="2148840" cy="274320"/>
          </a:xfrm>
          <a:prstGeom prst="rect">
            <a:avLst/>
          </a:prstGeom>
          <a:solidFill>
            <a:srgbClr val="363636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3337560"/>
            <a:ext cx="2423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актора: Гость, Клиент, Администратор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Гость — просмотр, запись без регистрации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— личный кабинет, фотосессии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— полное управление ИС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91840" y="1234440"/>
            <a:ext cx="2697480" cy="352044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234440"/>
            <a:ext cx="2697480" cy="621792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0" y="1261872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КЛАССОВ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97680" y="2011680"/>
            <a:ext cx="685800" cy="365760"/>
          </a:xfrm>
          <a:prstGeom prst="ellipse">
            <a:avLst/>
          </a:prstGeom>
          <a:solidFill>
            <a:srgbClr val="363636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66160" y="2560320"/>
            <a:ext cx="2148840" cy="274320"/>
          </a:xfrm>
          <a:prstGeom prst="rect">
            <a:avLst/>
          </a:prstGeom>
          <a:solidFill>
            <a:srgbClr val="363636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66160" y="2926080"/>
            <a:ext cx="2148840" cy="274320"/>
          </a:xfrm>
          <a:prstGeom prst="rect">
            <a:avLst/>
          </a:prstGeom>
          <a:solidFill>
            <a:srgbClr val="363636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3337560"/>
            <a:ext cx="2423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основных классов: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User, Service, Booking, Photosession,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PhotosessionPhoto, Category,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PortfolioPhoto, ContactMessage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72200" y="1234440"/>
            <a:ext cx="2697480" cy="352044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72200" y="1234440"/>
            <a:ext cx="2697480" cy="621792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1261872"/>
            <a:ext cx="2514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ПОСЛЕДОВАТЕЛЬНОСТИ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78040" y="2011680"/>
            <a:ext cx="685800" cy="365760"/>
          </a:xfrm>
          <a:prstGeom prst="ellipse">
            <a:avLst/>
          </a:prstGeom>
          <a:solidFill>
            <a:srgbClr val="363636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46520" y="2560320"/>
            <a:ext cx="2148840" cy="274320"/>
          </a:xfrm>
          <a:prstGeom prst="rect">
            <a:avLst/>
          </a:prstGeom>
          <a:solidFill>
            <a:srgbClr val="363636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46520" y="2926080"/>
            <a:ext cx="2148840" cy="274320"/>
          </a:xfrm>
          <a:prstGeom prst="rect">
            <a:avLst/>
          </a:prstGeom>
          <a:solidFill>
            <a:srgbClr val="363636"/>
          </a:solidFill>
          <a:ln w="12700">
            <a:solidFill>
              <a:srgbClr val="4A4A4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09360" y="3337560"/>
            <a:ext cx="242316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Процесс модуля «Фотосессии»: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загрузка → выбор клиента →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комментарии → подтверждение →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обработка → скачивание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 ПРОДУКТА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11480" y="1143000"/>
            <a:ext cx="2697480" cy="361188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143000"/>
            <a:ext cx="2697480" cy="59436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" y="1170432"/>
            <a:ext cx="2478024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Функциональное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868680" y="1874520"/>
            <a:ext cx="178308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8745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ПРОЙДЕНО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" y="2423160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377440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10 модулей проверены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94360" y="2935224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889504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Онлайн-запись: слоты корректны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3447288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95528" y="3401568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Фотосессии: статусы и выбор работают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3959352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913632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доступа разграничены верно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91840" y="1143000"/>
            <a:ext cx="2697480" cy="361188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91840" y="1143000"/>
            <a:ext cx="2697480" cy="59436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01568" y="1170432"/>
            <a:ext cx="2478024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UI-тестирование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(интерфейс)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749040" y="1874520"/>
            <a:ext cx="178308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18745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ПРОЙДЕНО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474720" y="2423160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75888" y="2377440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320px (мобильный) — корректно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474720" y="2935224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75888" y="2889504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768px (планшет) — корректно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474720" y="3447288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75888" y="3401568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1920px (десктоп) — корректно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474720" y="3959352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75888" y="3913632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Hover-эффекты на всех элементах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72200" y="1143000"/>
            <a:ext cx="2697480" cy="3611880"/>
          </a:xfrm>
          <a:prstGeom prst="rect">
            <a:avLst/>
          </a:prstGeom>
          <a:solidFill>
            <a:srgbClr val="F0EDE8"/>
          </a:solidFill>
          <a:ln w="12700">
            <a:solidFill>
              <a:srgbClr val="E8E0D4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72200" y="1143000"/>
            <a:ext cx="2697480" cy="594360"/>
          </a:xfrm>
          <a:prstGeom prst="rect">
            <a:avLst/>
          </a:prstGeom>
          <a:solidFill>
            <a:srgbClr val="1C1C1C"/>
          </a:solidFill>
          <a:ln w="12700">
            <a:solidFill>
              <a:srgbClr val="1C1C1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81928" y="1170432"/>
            <a:ext cx="2478024" cy="5394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Тестирование</a:t>
            </a:r>
            <a:endParaRPr lang="en-US" sz="1150" dirty="0"/>
          </a:p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безопасности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629400" y="1874520"/>
            <a:ext cx="1783080" cy="384048"/>
          </a:xfrm>
          <a:prstGeom prst="rect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629400" y="187452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ПРОЙДЕНО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6355080" y="2423160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56248" y="2377440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 без авторизации → 401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55080" y="2935224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56248" y="2889504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не видит чужие данные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55080" y="3447288"/>
            <a:ext cx="109728" cy="109728"/>
          </a:xfrm>
          <a:prstGeom prst="ellipse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56248" y="3401568"/>
            <a:ext cx="22128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для паролей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ЗАКЛЮЧЕНИЕ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11480" y="731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Все поставленные задачи выполнены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417320"/>
            <a:ext cx="1965960" cy="146304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50876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411480" y="214884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Vue-компонентов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фронтенде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60320" y="1417320"/>
            <a:ext cx="1965960" cy="146304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60320" y="150876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2560320" y="214884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контроллеров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Laravel на бэкенде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417320"/>
            <a:ext cx="1965960" cy="146304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150876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709160" y="214884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функциональных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модулей системы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58000" y="1417320"/>
            <a:ext cx="1965960" cy="1463040"/>
          </a:xfrm>
          <a:prstGeom prst="rect">
            <a:avLst/>
          </a:prstGeom>
          <a:solidFill>
            <a:srgbClr val="252525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0" y="1508760"/>
            <a:ext cx="19659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B89A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858000" y="2148840"/>
            <a:ext cx="1965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пользователей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" y="3063240"/>
            <a:ext cx="8321040" cy="914400"/>
          </a:xfrm>
          <a:prstGeom prst="rect">
            <a:avLst/>
          </a:prstGeom>
          <a:solidFill>
            <a:srgbClr val="252525"/>
          </a:solidFill>
          <a:ln w="12700">
            <a:solidFill>
              <a:srgbClr val="36363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127248"/>
            <a:ext cx="79552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Разработана информационная система сайта фотосалона «Cameraw» на стеке </a:t>
            </a:r>
            <a:r>
              <a:rPr lang="en-US" sz="1250" b="1" dirty="0">
                <a:solidFill>
                  <a:srgbClr val="B89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Vue.js 3 + Laravel 10 + MySQL</a:t>
            </a:r>
            <a:r>
              <a:rPr lang="en-US" sz="12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  <a:p>
            <a:pPr marL="0" indent="0" algn="l">
              <a:buNone/>
            </a:pPr>
            <a:r>
              <a:rPr lang="en-US" sz="1250" dirty="0">
                <a:solidFill>
                  <a:srgbClr val="7A75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Система включает инновационный модуль «Фотосессии», не имеющий аналогов среди конкурентов анализируемого сегмента.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11480" y="4160520"/>
            <a:ext cx="8321040" cy="658368"/>
          </a:xfrm>
          <a:prstGeom prst="rect">
            <a:avLst/>
          </a:prstGeom>
          <a:solidFill>
            <a:srgbClr val="B89A6A"/>
          </a:solidFill>
          <a:ln w="12700">
            <a:solidFill>
              <a:srgbClr val="B89A6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4178808"/>
            <a:ext cx="79552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1C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 за внимание! Готов ответить на вопросы.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800</Words>
  <Application>Microsoft Office PowerPoint</Application>
  <PresentationFormat>Экран (16:9)</PresentationFormat>
  <Paragraphs>202</Paragraphs>
  <Slides>11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5" baseType="lpstr">
      <vt:lpstr>Arial</vt:lpstr>
      <vt:lpstr>Calibri</vt:lpstr>
      <vt:lpstr>Georgia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Воспоминание Сукарамашу</cp:lastModifiedBy>
  <cp:revision>3</cp:revision>
  <dcterms:created xsi:type="dcterms:W3CDTF">2026-02-26T07:15:52Z</dcterms:created>
  <dcterms:modified xsi:type="dcterms:W3CDTF">2026-02-26T10:09:15Z</dcterms:modified>
</cp:coreProperties>
</file>